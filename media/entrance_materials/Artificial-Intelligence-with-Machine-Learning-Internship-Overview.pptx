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750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embeddedFontLst>
    <p:embeddedFont>
      <p:font typeface="Century Gothic" panose="020B0502020202020204" pitchFamily="34" charset="0"/>
      <p:regular r:id="rId11"/>
      <p:bold r:id="rId12"/>
      <p:italic r:id="rId13"/>
      <p:boldItalic r:id="rId14"/>
    </p:embeddedFont>
    <p:embeddedFont>
      <p:font typeface="Merriweather" panose="00000500000000000000" pitchFamily="2" charset="0"/>
      <p:regular r:id="rId15"/>
    </p:embeddedFont>
    <p:embeddedFont>
      <p:font typeface="Wingdings 3" panose="05040102010807070707" pitchFamily="18" charset="2"/>
      <p:regular r:id="rId1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909BAC3-DC2E-4AA8-A8DA-CC1688A7B3B0}" v="112" dt="2025-05-13T21:33:49.42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132" y="31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shi Acharya" userId="8c6544784a926c1b" providerId="LiveId" clId="{7909BAC3-DC2E-4AA8-A8DA-CC1688A7B3B0}"/>
    <pc:docChg chg="modSld modMainMaster">
      <pc:chgData name="Rishi Acharya" userId="8c6544784a926c1b" providerId="LiveId" clId="{7909BAC3-DC2E-4AA8-A8DA-CC1688A7B3B0}" dt="2025-05-13T21:33:49.429" v="106"/>
      <pc:docMkLst>
        <pc:docMk/>
      </pc:docMkLst>
      <pc:sldChg chg="modTransition modAnim">
        <pc:chgData name="Rishi Acharya" userId="8c6544784a926c1b" providerId="LiveId" clId="{7909BAC3-DC2E-4AA8-A8DA-CC1688A7B3B0}" dt="2025-05-13T21:24:29.667" v="11"/>
        <pc:sldMkLst>
          <pc:docMk/>
          <pc:sldMk cId="0" sldId="256"/>
        </pc:sldMkLst>
      </pc:sldChg>
      <pc:sldChg chg="modTransition modAnim">
        <pc:chgData name="Rishi Acharya" userId="8c6544784a926c1b" providerId="LiveId" clId="{7909BAC3-DC2E-4AA8-A8DA-CC1688A7B3B0}" dt="2025-05-13T21:25:03.819" v="17"/>
        <pc:sldMkLst>
          <pc:docMk/>
          <pc:sldMk cId="0" sldId="257"/>
        </pc:sldMkLst>
      </pc:sldChg>
      <pc:sldChg chg="modTransition modAnim">
        <pc:chgData name="Rishi Acharya" userId="8c6544784a926c1b" providerId="LiveId" clId="{7909BAC3-DC2E-4AA8-A8DA-CC1688A7B3B0}" dt="2025-05-13T21:25:44.952" v="23"/>
        <pc:sldMkLst>
          <pc:docMk/>
          <pc:sldMk cId="0" sldId="258"/>
        </pc:sldMkLst>
      </pc:sldChg>
      <pc:sldChg chg="modTransition modAnim">
        <pc:chgData name="Rishi Acharya" userId="8c6544784a926c1b" providerId="LiveId" clId="{7909BAC3-DC2E-4AA8-A8DA-CC1688A7B3B0}" dt="2025-05-13T21:28:11.891" v="40"/>
        <pc:sldMkLst>
          <pc:docMk/>
          <pc:sldMk cId="0" sldId="259"/>
        </pc:sldMkLst>
      </pc:sldChg>
      <pc:sldChg chg="modTransition modAnim">
        <pc:chgData name="Rishi Acharya" userId="8c6544784a926c1b" providerId="LiveId" clId="{7909BAC3-DC2E-4AA8-A8DA-CC1688A7B3B0}" dt="2025-05-13T21:29:39.327" v="54"/>
        <pc:sldMkLst>
          <pc:docMk/>
          <pc:sldMk cId="0" sldId="260"/>
        </pc:sldMkLst>
      </pc:sldChg>
      <pc:sldChg chg="modTransition modAnim">
        <pc:chgData name="Rishi Acharya" userId="8c6544784a926c1b" providerId="LiveId" clId="{7909BAC3-DC2E-4AA8-A8DA-CC1688A7B3B0}" dt="2025-05-13T21:30:46.199" v="67"/>
        <pc:sldMkLst>
          <pc:docMk/>
          <pc:sldMk cId="0" sldId="261"/>
        </pc:sldMkLst>
      </pc:sldChg>
      <pc:sldChg chg="modTransition modAnim">
        <pc:chgData name="Rishi Acharya" userId="8c6544784a926c1b" providerId="LiveId" clId="{7909BAC3-DC2E-4AA8-A8DA-CC1688A7B3B0}" dt="2025-05-13T21:32:32.604" v="92"/>
        <pc:sldMkLst>
          <pc:docMk/>
          <pc:sldMk cId="0" sldId="262"/>
        </pc:sldMkLst>
      </pc:sldChg>
      <pc:sldChg chg="modTransition modAnim">
        <pc:chgData name="Rishi Acharya" userId="8c6544784a926c1b" providerId="LiveId" clId="{7909BAC3-DC2E-4AA8-A8DA-CC1688A7B3B0}" dt="2025-05-13T21:33:49.429" v="106"/>
        <pc:sldMkLst>
          <pc:docMk/>
          <pc:sldMk cId="0" sldId="263"/>
        </pc:sldMkLst>
      </pc:sldChg>
      <pc:sldMasterChg chg="modSldLayout">
        <pc:chgData name="Rishi Acharya" userId="8c6544784a926c1b" providerId="LiveId" clId="{7909BAC3-DC2E-4AA8-A8DA-CC1688A7B3B0}" dt="2025-05-13T21:21:28.190" v="0"/>
        <pc:sldMasterMkLst>
          <pc:docMk/>
          <pc:sldMasterMk cId="2366534618" sldId="2147483658"/>
        </pc:sldMasterMkLst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2369225647" sldId="2147483670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2369225647" sldId="2147483670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369225647" sldId="2147483670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369225647" sldId="2147483670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2756505273" sldId="2147483671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2756505273" sldId="2147483671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756505273" sldId="2147483671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756505273" sldId="2147483671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3148628569" sldId="2147483672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3148628569" sldId="2147483672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3148628569" sldId="2147483672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3148628569" sldId="2147483672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56558326" sldId="2147483673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56558326" sldId="2147483673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56558326" sldId="2147483673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56558326" sldId="2147483673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254406460" sldId="2147483674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254406460" sldId="2147483674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54406460" sldId="2147483674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54406460" sldId="2147483674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4244384829" sldId="2147483675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4244384829" sldId="2147483675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4244384829" sldId="2147483675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4244384829" sldId="2147483675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2102601890" sldId="2147483676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2102601890" sldId="2147483676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102601890" sldId="2147483676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102601890" sldId="2147483676"/>
              <ac:picMk id="4" creationId="{00000000-0000-0000-0000-000000000000}"/>
            </ac:picMkLst>
          </pc:picChg>
        </pc:sldLayoutChg>
        <pc:sldLayoutChg chg="delSp">
          <pc:chgData name="Rishi Acharya" userId="8c6544784a926c1b" providerId="LiveId" clId="{7909BAC3-DC2E-4AA8-A8DA-CC1688A7B3B0}" dt="2025-05-13T21:21:28.190" v="0"/>
          <pc:sldLayoutMkLst>
            <pc:docMk/>
            <pc:sldMasterMk cId="2366534618" sldId="2147483658"/>
            <pc:sldLayoutMk cId="2361495488" sldId="2147483677"/>
          </pc:sldLayoutMkLst>
          <pc:spChg chg="del">
            <ac:chgData name="Rishi Acharya" userId="8c6544784a926c1b" providerId="LiveId" clId="{7909BAC3-DC2E-4AA8-A8DA-CC1688A7B3B0}" dt="2025-05-13T21:21:28.190" v="0"/>
            <ac:spMkLst>
              <pc:docMk/>
              <pc:sldMasterMk cId="2366534618" sldId="2147483658"/>
              <pc:sldLayoutMk cId="2361495488" sldId="2147483677"/>
              <ac:spMk id="3" creationId="{00000000-0000-0000-0000-000000000000}"/>
            </ac:spMkLst>
          </pc:sp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361495488" sldId="2147483677"/>
              <ac:picMk id="2" creationId="{00000000-0000-0000-0000-000000000000}"/>
            </ac:picMkLst>
          </pc:picChg>
          <pc:picChg chg="del">
            <ac:chgData name="Rishi Acharya" userId="8c6544784a926c1b" providerId="LiveId" clId="{7909BAC3-DC2E-4AA8-A8DA-CC1688A7B3B0}" dt="2025-05-13T21:21:28.190" v="0"/>
            <ac:picMkLst>
              <pc:docMk/>
              <pc:sldMasterMk cId="2366534618" sldId="2147483658"/>
              <pc:sldLayoutMk cId="2361495488" sldId="2147483677"/>
              <ac:picMk id="4" creationId="{00000000-0000-0000-0000-000000000000}"/>
            </ac:picMkLst>
          </pc:pic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484398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5946" y="1737361"/>
            <a:ext cx="10590790" cy="3995497"/>
          </a:xfrm>
        </p:spPr>
        <p:txBody>
          <a:bodyPr anchor="b"/>
          <a:lstStyle>
            <a:lvl1pPr>
              <a:defRPr sz="86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85946" y="5732856"/>
            <a:ext cx="10590790" cy="1033704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97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6459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945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2918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8404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3891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D6EE87-EBD5-4F12-A48A-63ACA297AC8F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75608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D3794B-289A-4A80-97D7-111025398D45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6061200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3434080"/>
            <a:ext cx="10590788" cy="229877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6" y="5732857"/>
            <a:ext cx="10590790" cy="1032480"/>
          </a:xfrm>
        </p:spPr>
        <p:txBody>
          <a:bodyPr anchor="t"/>
          <a:lstStyle>
            <a:lvl1pPr marL="0" indent="0" algn="l">
              <a:buNone/>
              <a:defRPr sz="24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61015F-7CC6-4D0A-9D87-873EA4C304CC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46908434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23975" y="2472690"/>
            <a:ext cx="5275607" cy="503491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85392" y="2467311"/>
            <a:ext cx="5275609" cy="5040294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C6A301-0538-44EC-B09D-202E1042A48B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5259174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286000"/>
            <a:ext cx="527560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2397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85395" y="2286000"/>
            <a:ext cx="5275607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85395" y="3017520"/>
            <a:ext cx="5275607" cy="4490086"/>
          </a:xfrm>
        </p:spPr>
        <p:txBody>
          <a:bodyPr>
            <a:normAutofit/>
          </a:bodyPr>
          <a:lstStyle>
            <a:lvl1pPr>
              <a:defRPr sz="2160"/>
            </a:lvl1pPr>
            <a:lvl2pPr>
              <a:defRPr sz="1920"/>
            </a:lvl2pPr>
            <a:lvl3pPr>
              <a:defRPr sz="1680"/>
            </a:lvl3pPr>
            <a:lvl4pPr>
              <a:defRPr sz="1440"/>
            </a:lvl4pPr>
            <a:lvl5pPr>
              <a:defRPr sz="1440"/>
            </a:lvl5pPr>
            <a:lvl6pPr>
              <a:defRPr sz="1440"/>
            </a:lvl6pPr>
            <a:lvl7pPr>
              <a:defRPr sz="1440"/>
            </a:lvl7pPr>
            <a:lvl8pPr>
              <a:defRPr sz="1440"/>
            </a:lvl8pPr>
            <a:lvl9pPr>
              <a:defRPr sz="144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89574A-8875-45EF-8EA2-3CAA0F7ABC4C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85456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F4D4C-5367-4C26-9E2B-D8088D7FCA81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0242541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E91E96-98B0-4413-9547-46F3504108EF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95334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4" y="1737360"/>
            <a:ext cx="4081277" cy="1737360"/>
          </a:xfrm>
        </p:spPr>
        <p:txBody>
          <a:bodyPr anchor="b"/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41540" y="1737360"/>
            <a:ext cx="6235196" cy="5486400"/>
          </a:xfrm>
        </p:spPr>
        <p:txBody>
          <a:bodyPr anchor="ctr">
            <a:normAutofit/>
          </a:bodyPr>
          <a:lstStyle>
            <a:lvl1pPr>
              <a:defRPr sz="2400"/>
            </a:lvl1pPr>
            <a:lvl2pPr>
              <a:defRPr sz="2160"/>
            </a:lvl2pPr>
            <a:lvl3pPr>
              <a:defRPr sz="192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4" y="3755137"/>
            <a:ext cx="4081276" cy="3474719"/>
          </a:xfrm>
        </p:spPr>
        <p:txBody>
          <a:bodyPr/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C68B11-C5A8-448C-8CE9-B1A273C79CFC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000394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4689" y="2225030"/>
            <a:ext cx="6111487" cy="1889770"/>
          </a:xfrm>
        </p:spPr>
        <p:txBody>
          <a:bodyPr anchor="b">
            <a:normAutofit/>
          </a:bodyPr>
          <a:lstStyle>
            <a:lvl1pPr algn="l">
              <a:defRPr sz="432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339455" y="1371600"/>
            <a:ext cx="3840480" cy="548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6101975" cy="164592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16CA0-919D-4A49-9C8A-62FDFB3A5183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7E5644-1E61-4311-A31E-84CB9C7AA8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87464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8" y="5760704"/>
            <a:ext cx="10590788" cy="680086"/>
          </a:xfrm>
        </p:spPr>
        <p:txBody>
          <a:bodyPr anchor="b">
            <a:normAutofit/>
          </a:bodyPr>
          <a:lstStyle>
            <a:lvl1pPr algn="l">
              <a:defRPr sz="288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85946" y="822960"/>
            <a:ext cx="10590790" cy="436879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7" y="6440790"/>
            <a:ext cx="10590787" cy="592454"/>
          </a:xfrm>
        </p:spPr>
        <p:txBody>
          <a:bodyPr>
            <a:normAutofit/>
          </a:bodyPr>
          <a:lstStyle>
            <a:lvl1pPr marL="0" indent="0">
              <a:buNone/>
              <a:defRPr sz="144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234826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1737360"/>
            <a:ext cx="10590791" cy="2377440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4389120"/>
            <a:ext cx="10590791" cy="283464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8950144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89762" y="1737360"/>
            <a:ext cx="9599178" cy="2788049"/>
          </a:xfrm>
        </p:spPr>
        <p:txBody>
          <a:bodyPr/>
          <a:lstStyle>
            <a:lvl1pPr>
              <a:defRPr sz="57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2316481" y="4525409"/>
            <a:ext cx="8735579" cy="410609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68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385945" y="5220788"/>
            <a:ext cx="10590791" cy="2011680"/>
          </a:xfrm>
        </p:spPr>
        <p:txBody>
          <a:bodyPr anchor="ctr">
            <a:normAutofit/>
          </a:bodyPr>
          <a:lstStyle>
            <a:lvl1pPr marL="0" indent="0">
              <a:buNone/>
              <a:defRPr sz="216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1077954" y="1165504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96588" y="3136545"/>
            <a:ext cx="962294" cy="23452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464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886753752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85945" y="3749041"/>
            <a:ext cx="10590792" cy="1983816"/>
          </a:xfrm>
        </p:spPr>
        <p:txBody>
          <a:bodyPr anchor="b"/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85945" y="5732857"/>
            <a:ext cx="10590791" cy="1032480"/>
          </a:xfrm>
        </p:spPr>
        <p:txBody>
          <a:bodyPr anchor="t"/>
          <a:lstStyle>
            <a:lvl1pPr marL="0" indent="0" algn="l">
              <a:buNone/>
              <a:defRPr sz="24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20559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9537" y="2377440"/>
            <a:ext cx="353623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782956" y="3200400"/>
            <a:ext cx="3512820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0392" y="2377440"/>
            <a:ext cx="3523489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647727" y="3200400"/>
            <a:ext cx="3536153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2377440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8549640" y="3200400"/>
            <a:ext cx="3518536" cy="4307206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7420605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504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82956" y="5101139"/>
            <a:ext cx="352806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82956" y="2651760"/>
            <a:ext cx="352806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782956" y="5792654"/>
            <a:ext cx="3528060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7251" y="5101139"/>
            <a:ext cx="3516630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667249" y="2651760"/>
            <a:ext cx="3516630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665627" y="5792653"/>
            <a:ext cx="3521287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8549640" y="5101139"/>
            <a:ext cx="3518536" cy="691514"/>
          </a:xfrm>
        </p:spPr>
        <p:txBody>
          <a:bodyPr anchor="b">
            <a:noAutofit/>
          </a:bodyPr>
          <a:lstStyle>
            <a:lvl1pPr marL="0" indent="0">
              <a:buNone/>
              <a:defRPr sz="288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549639" y="2651760"/>
            <a:ext cx="3518536" cy="18288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920"/>
            </a:lvl1pPr>
            <a:lvl2pPr marL="548640" indent="0">
              <a:buNone/>
              <a:defRPr sz="1920"/>
            </a:lvl2pPr>
            <a:lvl3pPr marL="1097280" indent="0">
              <a:buNone/>
              <a:defRPr sz="1920"/>
            </a:lvl3pPr>
            <a:lvl4pPr marL="1645920" indent="0">
              <a:buNone/>
              <a:defRPr sz="1920"/>
            </a:lvl4pPr>
            <a:lvl5pPr marL="2194560" indent="0">
              <a:buNone/>
              <a:defRPr sz="1920"/>
            </a:lvl5pPr>
            <a:lvl6pPr marL="2743200" indent="0">
              <a:buNone/>
              <a:defRPr sz="1920"/>
            </a:lvl6pPr>
            <a:lvl7pPr marL="3291840" indent="0">
              <a:buNone/>
              <a:defRPr sz="1920"/>
            </a:lvl7pPr>
            <a:lvl8pPr marL="3840480" indent="0">
              <a:buNone/>
              <a:defRPr sz="1920"/>
            </a:lvl8pPr>
            <a:lvl9pPr marL="4389120" indent="0">
              <a:buNone/>
              <a:defRPr sz="192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8549491" y="5792650"/>
            <a:ext cx="3523196" cy="791027"/>
          </a:xfrm>
        </p:spPr>
        <p:txBody>
          <a:bodyPr anchor="t">
            <a:normAutofit/>
          </a:bodyPr>
          <a:lstStyle>
            <a:lvl1pPr marL="0" indent="0">
              <a:buNone/>
              <a:defRPr sz="1680"/>
            </a:lvl1pPr>
            <a:lvl2pPr marL="548640" indent="0">
              <a:buNone/>
              <a:defRPr sz="1440"/>
            </a:lvl2pPr>
            <a:lvl3pPr marL="1097280" indent="0">
              <a:buNone/>
              <a:defRPr sz="1200"/>
            </a:lvl3pPr>
            <a:lvl4pPr marL="1645920" indent="0">
              <a:buNone/>
              <a:defRPr sz="1080"/>
            </a:lvl4pPr>
            <a:lvl5pPr marL="2194560" indent="0">
              <a:buNone/>
              <a:defRPr sz="1080"/>
            </a:lvl5pPr>
            <a:lvl6pPr marL="2743200" indent="0">
              <a:buNone/>
              <a:defRPr sz="1080"/>
            </a:lvl6pPr>
            <a:lvl7pPr marL="3291840" indent="0">
              <a:buNone/>
              <a:defRPr sz="1080"/>
            </a:lvl7pPr>
            <a:lvl8pPr marL="3840480" indent="0">
              <a:buNone/>
              <a:defRPr sz="1080"/>
            </a:lvl8pPr>
            <a:lvl9pPr marL="4389120" indent="0">
              <a:buNone/>
              <a:defRPr sz="108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4471370" y="2560320"/>
            <a:ext cx="0" cy="475488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8354672" y="2560320"/>
            <a:ext cx="0" cy="4760258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565343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73815-2707-4475-8F1A-B873CB631BB4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4637691"/>
      </p:ext>
    </p:extLst>
  </p:cSld>
  <p:clrMapOvr>
    <a:masterClrMapping/>
  </p:clrMapOvr>
  <p:hf sldNum="0"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965055" y="516256"/>
            <a:ext cx="2103121" cy="699135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82956" y="1064897"/>
            <a:ext cx="8907779" cy="644270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A4AFB99-0EAB-4182-AFF8-E214C82A68F6}" type="datetimeFigureOut">
              <a:rPr lang="en-US" smtClean="0"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35898463"/>
      </p:ext>
    </p:extLst>
  </p:cSld>
  <p:clrMapOvr>
    <a:masterClrMapping/>
  </p:clrMapOvr>
  <p:hf sldNum="0" hdr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1454400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325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5471693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50005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8344540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2808193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118768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82768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image" Target="../media/image2.png"/><Relationship Id="rId30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3203623"/>
            <a:ext cx="4844414" cy="502597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3470817"/>
            <a:ext cx="1826894" cy="2838544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10330814" y="2011680"/>
            <a:ext cx="3383280" cy="338328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9599295" y="1"/>
            <a:ext cx="1924064" cy="136968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3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10327054" y="7315200"/>
            <a:ext cx="1192481" cy="9144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2525374" y="0"/>
            <a:ext cx="822960" cy="137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75334" y="543262"/>
            <a:ext cx="11285668" cy="1680636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23975" y="2463502"/>
            <a:ext cx="10735849" cy="50345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2186767" y="2148842"/>
            <a:ext cx="1188719" cy="3657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90298CD5-6C1E-4009-B41F-6DF62E31D3BE}" type="datetimeFigureOut">
              <a:rPr lang="en-US" smtClean="0"/>
              <a:pPr/>
              <a:t>5/14/2025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10741888" y="3870357"/>
            <a:ext cx="4631754" cy="36576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32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2423049" y="354876"/>
            <a:ext cx="1005839" cy="921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336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710601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  <p:sldLayoutId id="2147483762" r:id="rId12"/>
    <p:sldLayoutId id="2147483763" r:id="rId13"/>
    <p:sldLayoutId id="2147483764" r:id="rId14"/>
    <p:sldLayoutId id="2147483765" r:id="rId15"/>
    <p:sldLayoutId id="2147483766" r:id="rId16"/>
    <p:sldLayoutId id="2147483767" r:id="rId17"/>
    <p:sldLayoutId id="2147483768" r:id="rId18"/>
    <p:sldLayoutId id="2147483769" r:id="rId19"/>
    <p:sldLayoutId id="2147483770" r:id="rId20"/>
    <p:sldLayoutId id="2147483771" r:id="rId21"/>
    <p:sldLayoutId id="2147483772" r:id="rId22"/>
    <p:sldLayoutId id="2147483773" r:id="rId23"/>
    <p:sldLayoutId id="2147483774" r:id="rId24"/>
    <p:sldLayoutId id="2147483775" r:id="rId25"/>
  </p:sldLayoutIdLst>
  <p:hf sldNum="0" hdr="0" ftr="0" dt="0"/>
  <p:txStyles>
    <p:titleStyle>
      <a:lvl1pPr algn="l" defTabSz="548640" rtl="0" eaLnBrk="1" latinLnBrk="0" hangingPunct="1">
        <a:spcBef>
          <a:spcPct val="0"/>
        </a:spcBef>
        <a:buNone/>
        <a:defRPr sz="504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411480" indent="-41148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4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891540" indent="-34290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16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3716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92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9202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46888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30072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356616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411480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4663440" indent="-274320" algn="l" defTabSz="548640" rtl="0" eaLnBrk="1" latinLnBrk="0" hangingPunct="1">
        <a:spcBef>
          <a:spcPts val="12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8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l" defTabSz="548640" rtl="0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0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5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50198" y="1042154"/>
            <a:ext cx="7416403" cy="231386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Artificial Intelligence with Machine Learning: Internship Overview</a:t>
            </a:r>
            <a:endParaRPr lang="en-US" sz="4850" dirty="0"/>
          </a:p>
        </p:txBody>
      </p:sp>
      <p:sp>
        <p:nvSpPr>
          <p:cNvPr id="4" name="Text 1"/>
          <p:cNvSpPr/>
          <p:nvPr/>
        </p:nvSpPr>
        <p:spPr>
          <a:xfrm>
            <a:off x="6350198" y="3726180"/>
            <a:ext cx="741640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endParaRPr lang="en-US" sz="19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2378" y="4398645"/>
            <a:ext cx="1223605" cy="88844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8030647" y="4722138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1</a:t>
            </a:r>
            <a:endParaRPr lang="en-US" sz="2700" dirty="0"/>
          </a:p>
        </p:txBody>
      </p:sp>
      <p:sp>
        <p:nvSpPr>
          <p:cNvPr id="7" name="Text 3"/>
          <p:cNvSpPr/>
          <p:nvPr/>
        </p:nvSpPr>
        <p:spPr>
          <a:xfrm>
            <a:off x="9062799" y="4645462"/>
            <a:ext cx="3711178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Presented by:-  Bibek Sah Kanu</a:t>
            </a:r>
            <a:endParaRPr lang="en-US" sz="1900" dirty="0"/>
          </a:p>
        </p:txBody>
      </p:sp>
      <p:sp>
        <p:nvSpPr>
          <p:cNvPr id="8" name="Shape 4"/>
          <p:cNvSpPr/>
          <p:nvPr/>
        </p:nvSpPr>
        <p:spPr>
          <a:xfrm>
            <a:off x="8877657" y="5302687"/>
            <a:ext cx="4827270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80515" y="5348764"/>
            <a:ext cx="2447330" cy="88844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30527" y="5576054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2</a:t>
            </a:r>
            <a:endParaRPr lang="en-US" sz="2700" dirty="0"/>
          </a:p>
        </p:txBody>
      </p:sp>
      <p:sp>
        <p:nvSpPr>
          <p:cNvPr id="11" name="Text 6"/>
          <p:cNvSpPr/>
          <p:nvPr/>
        </p:nvSpPr>
        <p:spPr>
          <a:xfrm>
            <a:off x="9674662" y="5595580"/>
            <a:ext cx="339256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Internship: April 10-25, 2025 </a:t>
            </a:r>
            <a:endParaRPr lang="en-US" sz="1900" dirty="0"/>
          </a:p>
        </p:txBody>
      </p:sp>
      <p:sp>
        <p:nvSpPr>
          <p:cNvPr id="12" name="Shape 7"/>
          <p:cNvSpPr/>
          <p:nvPr/>
        </p:nvSpPr>
        <p:spPr>
          <a:xfrm>
            <a:off x="9489519" y="6252805"/>
            <a:ext cx="4215408" cy="15240"/>
          </a:xfrm>
          <a:prstGeom prst="roundRect">
            <a:avLst>
              <a:gd name="adj" fmla="val 680244"/>
            </a:avLst>
          </a:prstGeom>
          <a:solidFill>
            <a:srgbClr val="194A99"/>
          </a:solidFill>
          <a:ln/>
        </p:spPr>
        <p:txBody>
          <a:bodyPr/>
          <a:lstStyle/>
          <a:p>
            <a:endParaRPr lang="en-IN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8653" y="6298882"/>
            <a:ext cx="3671054" cy="8884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8030647" y="6526173"/>
            <a:ext cx="347067" cy="43386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350"/>
              </a:lnSpc>
              <a:buNone/>
            </a:pPr>
            <a:r>
              <a:rPr lang="en-US" sz="2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3</a:t>
            </a:r>
            <a:endParaRPr lang="en-US" sz="2700" dirty="0"/>
          </a:p>
        </p:txBody>
      </p:sp>
      <p:sp>
        <p:nvSpPr>
          <p:cNvPr id="15" name="Text 9"/>
          <p:cNvSpPr/>
          <p:nvPr/>
        </p:nvSpPr>
        <p:spPr>
          <a:xfrm>
            <a:off x="10286524" y="6545699"/>
            <a:ext cx="2900363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BCA Final Semester Viva</a:t>
            </a:r>
            <a:endParaRPr lang="en-US" sz="1900" dirty="0"/>
          </a:p>
        </p:txBody>
      </p:sp>
    </p:spTree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934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807720" y="634603"/>
            <a:ext cx="7528560" cy="14423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650"/>
              </a:lnSpc>
              <a:buNone/>
            </a:pPr>
            <a:r>
              <a:rPr lang="en-US" sz="45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Introduction to the Internship</a:t>
            </a:r>
            <a:endParaRPr lang="en-US" sz="4500" dirty="0"/>
          </a:p>
        </p:txBody>
      </p:sp>
      <p:sp>
        <p:nvSpPr>
          <p:cNvPr id="4" name="Shape 1"/>
          <p:cNvSpPr/>
          <p:nvPr/>
        </p:nvSpPr>
        <p:spPr>
          <a:xfrm>
            <a:off x="807720" y="2423041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2"/>
          <p:cNvSpPr/>
          <p:nvPr/>
        </p:nvSpPr>
        <p:spPr>
          <a:xfrm>
            <a:off x="1557695" y="2502337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Duration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1557695" y="3001327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Intensive 14-day hands-on internship</a:t>
            </a:r>
            <a:endParaRPr lang="en-US" sz="1800" dirty="0"/>
          </a:p>
        </p:txBody>
      </p:sp>
      <p:sp>
        <p:nvSpPr>
          <p:cNvPr id="7" name="Shape 4"/>
          <p:cNvSpPr/>
          <p:nvPr/>
        </p:nvSpPr>
        <p:spPr>
          <a:xfrm>
            <a:off x="807720" y="3832265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1557695" y="3911560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Skills</a:t>
            </a:r>
            <a:endParaRPr lang="en-US" sz="2250" dirty="0"/>
          </a:p>
        </p:txBody>
      </p:sp>
      <p:sp>
        <p:nvSpPr>
          <p:cNvPr id="9" name="Text 6"/>
          <p:cNvSpPr/>
          <p:nvPr/>
        </p:nvSpPr>
        <p:spPr>
          <a:xfrm>
            <a:off x="1557695" y="4410551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Focus on foundational AI and ML technologies</a:t>
            </a:r>
            <a:endParaRPr lang="en-US" sz="1800" dirty="0"/>
          </a:p>
        </p:txBody>
      </p:sp>
      <p:sp>
        <p:nvSpPr>
          <p:cNvPr id="10" name="Shape 7"/>
          <p:cNvSpPr/>
          <p:nvPr/>
        </p:nvSpPr>
        <p:spPr>
          <a:xfrm>
            <a:off x="807720" y="5241488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8"/>
          <p:cNvSpPr/>
          <p:nvPr/>
        </p:nvSpPr>
        <p:spPr>
          <a:xfrm>
            <a:off x="1557695" y="5320784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Topics</a:t>
            </a:r>
            <a:endParaRPr lang="en-US" sz="2250" dirty="0"/>
          </a:p>
        </p:txBody>
      </p:sp>
      <p:sp>
        <p:nvSpPr>
          <p:cNvPr id="12" name="Text 9"/>
          <p:cNvSpPr/>
          <p:nvPr/>
        </p:nvSpPr>
        <p:spPr>
          <a:xfrm>
            <a:off x="1557695" y="5819775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Supervised, unsupervised learning, neural networks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07720" y="6650712"/>
            <a:ext cx="519232" cy="519232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762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1557695" y="6730008"/>
            <a:ext cx="2885003" cy="360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2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</a:t>
            </a:r>
            <a:endParaRPr lang="en-US" sz="2250" dirty="0"/>
          </a:p>
        </p:txBody>
      </p:sp>
      <p:sp>
        <p:nvSpPr>
          <p:cNvPr id="15" name="Text 12"/>
          <p:cNvSpPr/>
          <p:nvPr/>
        </p:nvSpPr>
        <p:spPr>
          <a:xfrm>
            <a:off x="1557695" y="7228999"/>
            <a:ext cx="6778585" cy="3693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900"/>
              </a:lnSpc>
              <a:buNone/>
            </a:pPr>
            <a:r>
              <a:rPr lang="en-US" sz="1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Python, Scikit-learn, TensorFlow, real datasets</a:t>
            </a:r>
            <a:endParaRPr lang="en-US" sz="1800" dirty="0"/>
          </a:p>
        </p:txBody>
      </p:sp>
    </p:spTree>
  </p:cSld>
  <p:clrMapOvr>
    <a:masterClrMapping/>
  </p:clrMapOvr>
  <p:transition spd="slow">
    <p:randomBar dir="vert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  <p:bldP spid="12" grpId="0" animBg="1"/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709023"/>
            <a:ext cx="6170771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 Objectives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2973943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125855" y="3236000"/>
            <a:ext cx="3612237" cy="77104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and ML Fundamentals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125855" y="4155043"/>
            <a:ext cx="3612237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Basic concepts and principles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46965" y="2973943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5509022" y="323600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Core Algorithms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5509022" y="3769519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Regression, classification, clustering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30132" y="2973943"/>
            <a:ext cx="4136350" cy="1847255"/>
          </a:xfrm>
          <a:prstGeom prst="roundRect">
            <a:avLst>
              <a:gd name="adj" fmla="val 5612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9892189" y="3236000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Practical Skills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92189" y="3769519"/>
            <a:ext cx="3612237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 preprocessing, model building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068014"/>
            <a:ext cx="63280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125855" y="533007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125855" y="5863590"/>
            <a:ext cx="5803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Neural networks basics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38668" y="5068014"/>
            <a:ext cx="6328053" cy="1452443"/>
          </a:xfrm>
          <a:prstGeom prst="roundRect">
            <a:avLst>
              <a:gd name="adj" fmla="val 7138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7700724" y="5330071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Problem Solving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7700724" y="5863590"/>
            <a:ext cx="5803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 AI applications</a:t>
            </a:r>
            <a:endParaRPr lang="en-US" sz="1900" dirty="0"/>
          </a:p>
        </p:txBody>
      </p:sp>
    </p:spTree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 animBg="1"/>
      <p:bldP spid="7" grpId="0" animBg="1"/>
      <p:bldP spid="9" grpId="0" animBg="1"/>
      <p:bldP spid="12" grpId="0" animBg="1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28493"/>
            <a:ext cx="6506766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Key Concepts Covered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616762"/>
            <a:ext cx="3296603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Programming &amp; Tools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Python, NumPy, Pandas, Matplotlib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5125045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Jupyter Notebook environment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Learning Methods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72576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Supervised: Linear &amp; Logistic Regression, KNN, SVM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72576" y="5125045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Unsupervised: K-Means, PCA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81354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Advanced Topics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81354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Neural Networks, TensorFlow, Keras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5125045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MNIST handwritten digit dataset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6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9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2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3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4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5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6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7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8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9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4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9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228493"/>
            <a:ext cx="7014805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Tools and Technologies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616762"/>
            <a:ext cx="3637359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Programming Platforms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249103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Python scripting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730234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Jupyter Notebook, Google Colab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Libraries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72576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NumPy, Pandas, Matplotlib, Seaborn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72576" y="5125045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Scikit-learn, TensorFlow, Keras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9881354" y="3616762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Datasets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9881354" y="4249103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OpenML, Kaggle (Titanic, MNIST)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881354" y="5125045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Real-world, diverse data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9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5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5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5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5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2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2025015"/>
            <a:ext cx="10248186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Practical Applications and Projects</a:t>
            </a:r>
            <a:endParaRPr lang="en-US" sz="4850" dirty="0"/>
          </a:p>
        </p:txBody>
      </p:sp>
      <p:sp>
        <p:nvSpPr>
          <p:cNvPr id="3" name="Shape 1"/>
          <p:cNvSpPr/>
          <p:nvPr/>
        </p:nvSpPr>
        <p:spPr>
          <a:xfrm>
            <a:off x="863798" y="328993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1665923" y="33747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Regression Models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65923" y="3908227"/>
            <a:ext cx="329315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Housing price prediction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267563" y="328993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069687" y="33747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Classification Tasks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6069687" y="3908227"/>
            <a:ext cx="32931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Titanic survival, cancer diagnosis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9671328" y="3289935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10473452" y="3374708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Clustering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0473452" y="3908227"/>
            <a:ext cx="329315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Customer segmentation analysis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863798" y="5191482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1665923" y="52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Neural Networks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1665923" y="5809774"/>
            <a:ext cx="549509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MNIST digit recognition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469505" y="5191482"/>
            <a:ext cx="555308" cy="555308"/>
          </a:xfrm>
          <a:prstGeom prst="roundRect">
            <a:avLst>
              <a:gd name="adj" fmla="val 18669"/>
            </a:avLst>
          </a:prstGeom>
          <a:solidFill>
            <a:srgbClr val="003180"/>
          </a:solidFill>
          <a:ln w="15240">
            <a:solidFill>
              <a:srgbClr val="194A99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8271629" y="52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Evaluation Metrics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271629" y="5809774"/>
            <a:ext cx="5495092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RMSE, F1 score, confusion matrix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8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8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8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48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58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5" grpId="0" animBg="1"/>
      <p:bldP spid="7" grpId="0" animBg="1"/>
      <p:bldP spid="8" grpId="0" animBg="1"/>
      <p:bldP spid="10" grpId="0" animBg="1"/>
      <p:bldP spid="11" grpId="0" animBg="1"/>
      <p:bldP spid="13" grpId="0" animBg="1"/>
      <p:bldP spid="14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63798" y="1987987"/>
            <a:ext cx="10352365" cy="7712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6050"/>
              </a:lnSpc>
              <a:buNone/>
            </a:pPr>
            <a:r>
              <a:rPr lang="en-US" sz="485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 and Industry Relevance</a:t>
            </a:r>
            <a:endParaRPr lang="en-US" sz="4850" dirty="0"/>
          </a:p>
        </p:txBody>
      </p:sp>
      <p:sp>
        <p:nvSpPr>
          <p:cNvPr id="3" name="Text 1"/>
          <p:cNvSpPr/>
          <p:nvPr/>
        </p:nvSpPr>
        <p:spPr>
          <a:xfrm>
            <a:off x="863798" y="33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Challenges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863798" y="4008596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Understanding gradient descent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63798" y="4884539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Avoiding overfitting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372576" y="3376255"/>
            <a:ext cx="3220998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Industry Applications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372576" y="4008596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Healthcare: Disease prediction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372576" y="4884539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Finance: Fraud detection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5372576" y="5365671"/>
            <a:ext cx="3898940" cy="7896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E-commerce: Recommendations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9881354" y="3376255"/>
            <a:ext cx="3085386" cy="3855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AI Ethics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9881354" y="4008596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Bias mitigation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9881354" y="4489728"/>
            <a:ext cx="3898940" cy="3948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100"/>
              </a:lnSpc>
              <a:buSzPct val="100000"/>
              <a:buChar char="•"/>
            </a:pPr>
            <a:r>
              <a:rPr lang="en-US" sz="19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Transparency and fairness</a:t>
            </a:r>
            <a:endParaRPr lang="en-US" sz="19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 dir="vert"/>
      </p:transition>
    </mc:Choice>
    <mc:Fallback>
      <p:transition spd="slow">
        <p:blinds dir="vert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mph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4000"/>
                                  </p:iterate>
                                  <p:childTnLst>
                                    <p:set>
                                      <p:cBhvr override="childStyle">
                                        <p:cTn id="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style.textDecorationUnderline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1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3192" y="952857"/>
            <a:ext cx="7579757" cy="6903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dirty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Conclusion and Future Goals</a:t>
            </a:r>
            <a:endParaRPr lang="en-US" sz="43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3192" y="1974533"/>
            <a:ext cx="1104543" cy="1325523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2209086" y="2195393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Skills Acquired</a:t>
            </a:r>
            <a:endParaRPr lang="en-US" sz="2150" dirty="0"/>
          </a:p>
        </p:txBody>
      </p:sp>
      <p:sp>
        <p:nvSpPr>
          <p:cNvPr id="6" name="Text 2"/>
          <p:cNvSpPr/>
          <p:nvPr/>
        </p:nvSpPr>
        <p:spPr>
          <a:xfrm>
            <a:off x="2209086" y="2672953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Model building and evaluation</a:t>
            </a:r>
            <a:endParaRPr lang="en-US" sz="17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192" y="3300055"/>
            <a:ext cx="1104543" cy="1325523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2209086" y="3520916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Future Learning</a:t>
            </a:r>
            <a:endParaRPr lang="en-US" sz="2150" dirty="0"/>
          </a:p>
        </p:txBody>
      </p:sp>
      <p:sp>
        <p:nvSpPr>
          <p:cNvPr id="9" name="Text 4"/>
          <p:cNvSpPr/>
          <p:nvPr/>
        </p:nvSpPr>
        <p:spPr>
          <a:xfrm>
            <a:off x="2209086" y="3998476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Deep learning, NLP, reinforcement learning</a:t>
            </a:r>
            <a:endParaRPr lang="en-US" sz="17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192" y="4625578"/>
            <a:ext cx="1104543" cy="1325523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2209086" y="4846439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Certifications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2209086" y="5323999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TensorFlow Developer &amp; more</a:t>
            </a:r>
            <a:endParaRPr lang="en-US" sz="17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3192" y="5951101"/>
            <a:ext cx="1104543" cy="1325523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2209086" y="6171962"/>
            <a:ext cx="2761536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Career Focus</a:t>
            </a:r>
            <a:endParaRPr lang="en-US" sz="2150" dirty="0"/>
          </a:p>
        </p:txBody>
      </p:sp>
      <p:sp>
        <p:nvSpPr>
          <p:cNvPr id="15" name="Text 8"/>
          <p:cNvSpPr/>
          <p:nvPr/>
        </p:nvSpPr>
        <p:spPr>
          <a:xfrm>
            <a:off x="2209086" y="6649522"/>
            <a:ext cx="6161723" cy="35349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Healthcare AI, automation projects</a:t>
            </a:r>
            <a:endParaRPr lang="en-US" sz="1700" dirty="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3250">
        <p15:prstTrans prst="origami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9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2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8" grpId="0" animBg="1"/>
      <p:bldP spid="9" grpId="0" animBg="1"/>
      <p:bldP spid="11" grpId="0" animBg="1"/>
      <p:bldP spid="12" grpId="0" animBg="1"/>
      <p:bldP spid="14" grpId="0" animBg="1"/>
      <p:bldP spid="15" grpId="0" animBg="1"/>
    </p:bld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14</TotalTime>
  <Words>281</Words>
  <Application>Microsoft Office PowerPoint</Application>
  <PresentationFormat>Custom</PresentationFormat>
  <Paragraphs>86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Wingdings 3</vt:lpstr>
      <vt:lpstr>Century Gothic</vt:lpstr>
      <vt:lpstr>Merriweather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Rishi Acharya</cp:lastModifiedBy>
  <cp:revision>1</cp:revision>
  <dcterms:created xsi:type="dcterms:W3CDTF">2025-05-13T21:19:34Z</dcterms:created>
  <dcterms:modified xsi:type="dcterms:W3CDTF">2025-05-13T21:33:52Z</dcterms:modified>
</cp:coreProperties>
</file>